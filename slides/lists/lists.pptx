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" cy="13716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8686800" cy="18288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FFD43B"/>
                </a:solidFill>
                <a:latin typeface="Trebuchet MS"/>
              </a:rPr>
              <a:t>PYTHON · TOPIC 5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5200" b="1" i="0">
                <a:solidFill>
                  <a:srgbClr val="FFFFFF"/>
                </a:solidFill>
                <a:latin typeface="Trebuchet MS"/>
              </a:rPr>
              <a:t>Many Under One Name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A9BDD1"/>
                </a:solidFill>
                <a:latin typeface="Trebuchet MS"/>
              </a:rPr>
              <a:t>Lists: indexing, slicing, methods, iteration and copies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9601200" cy="18288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8FB6D9"/>
                </a:solidFill>
                <a:latin typeface="Trebuchet MS"/>
              </a:rPr>
              <a:t>A variable holds one value.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FB6D9"/>
                </a:solidFill>
                <a:latin typeface="Trebuchet MS"/>
              </a:rPr>
              <a:t>A list holds as many as you need — in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669280"/>
            <a:ext cx="9144000" cy="457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8AA3"/>
                </a:solidFill>
                <a:latin typeface="Trebuchet MS"/>
              </a:rPr>
              <a:t>python-workbook2026  · 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ROADMAP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What we cover today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1153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95"/>
                <a:gridCol w="3507279"/>
                <a:gridCol w="6624860"/>
              </a:tblGrid>
              <a:tr h="3360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Part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Topic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You will be able to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Why lists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create a list and see why it beats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n1, n2, n3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Indexing &amp; slicing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read one item, or a whole piece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Operations &amp; methods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grow, shrink, sort and search a list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Iteration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loop with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for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enumerate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and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zip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Strings ↔ lists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split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a line and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join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it back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Copies &amp; references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know when two names share one list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A38"/>
                          </a:solidFill>
                          <a:latin typeface="Trebuchet MS"/>
                        </a:rPr>
                        <a:t>Nested lists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build and walk a matrix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1206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5120640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52120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Exercises are still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functions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the tests call — only now the arguments and the results are lists.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Why lists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One name for many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Five variables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List literals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`list()` and `range`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WITHOUT A LIST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Five scores, five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Why lists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120640" cy="2314187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4754880" cy="2039867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score1 = 85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score2 = 92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score3 = 78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score4 = 90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score5 = 88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avg = (score1 + score2 + score3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+ score4 + score5) /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20640" cy="204367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83080"/>
            <a:ext cx="4754880" cy="176935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scores = [85, 92, 78, 90, 88]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avg = sum(scores) / len(scores)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a 6th score? one append, nothing else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scores.append(95)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25283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225283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316723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 list is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ordered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and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changeable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The same code works for 5 scores or 5 000.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LITERALS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Creating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Why lists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584696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31037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empty = []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numbers = [2, 3, 5, 7, 11]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fruits = ["apple", "banana", "cherry"]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mixed = [1, "two", 3.0, True]       # allowed, rarely useful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digits = list(range(10))            # [0, 1, ..., 9]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letters = list("abc")               # ['a', 'b', 'c']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squares = [x * x for x in range(5)] # [0, 1, 4, 9, 16]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04352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04352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495792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Square brackets, items separated by commas. </a:t>
            </a:r>
            <a:r>
              <a:rPr sz="1500" b="0">
                <a:solidFill>
                  <a:srgbClr val="3776AB"/>
                </a:solidFill>
                <a:latin typeface="Consolas"/>
              </a:rPr>
              <a:t>len(numbers)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tells you how many items there 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Indexing &amp; slicing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Getting items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`[i]` from 0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Negative indices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`[start:stop:step]`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INDEXING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Indexes start at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Indexing &amp; slicing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2" cy="1042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337"/>
                <a:gridCol w="1753639"/>
                <a:gridCol w="1753639"/>
                <a:gridCol w="1753639"/>
                <a:gridCol w="1753639"/>
                <a:gridCol w="1753639"/>
              </a:tblGrid>
              <a:tr h="34747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Trebuchet MS"/>
                        </a:rPr>
                        <a:t>Item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Trebuchet MS"/>
                        </a:rPr>
                        <a:t>`"a"`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Trebuchet MS"/>
                        </a:rPr>
                        <a:t>`"b"`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Trebuchet MS"/>
                        </a:rPr>
                        <a:t>`"c"`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Trebuchet MS"/>
                        </a:rPr>
                        <a:t>`"d"`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Trebuchet MS"/>
                        </a:rPr>
                        <a:t>`"e"`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A38"/>
                          </a:solidFill>
                          <a:latin typeface="Trebuchet MS"/>
                        </a:rPr>
                        <a:t>index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3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E2A38"/>
                          </a:solidFill>
                          <a:latin typeface="Trebuchet MS"/>
                        </a:rPr>
                        <a:t>negative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-5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-4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-3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-2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776AB"/>
                          </a:solidFill>
                          <a:latin typeface="Consolas"/>
                        </a:rPr>
                        <a:t>-1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2880360"/>
            <a:ext cx="10911535" cy="1773169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063240"/>
            <a:ext cx="10545775" cy="1498849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letters = ["a", "b", "c", "d", "e"]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letters[0]     # 'a'  - first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letters[-1]    # 'e'  - last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letters[len(letters) // 2]   # 'c' - middle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letters[5]     # IndexError: list index out of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72985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872985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964425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The last index is </a:t>
            </a:r>
            <a:r>
              <a:rPr sz="1500" b="0">
                <a:solidFill>
                  <a:srgbClr val="3776AB"/>
                </a:solidFill>
                <a:latin typeface="Consolas"/>
              </a:rPr>
              <a:t>len(items) - 1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not </a:t>
            </a:r>
            <a:r>
              <a:rPr sz="1500" b="0">
                <a:solidFill>
                  <a:srgbClr val="3776AB"/>
                </a:solidFill>
                <a:latin typeface="Consolas"/>
              </a:rPr>
              <a:t>len(items)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</a:t>
            </a:r>
            <a:r>
              <a:rPr sz="1500" b="0">
                <a:solidFill>
                  <a:srgbClr val="3776AB"/>
                </a:solidFill>
                <a:latin typeface="Consolas"/>
              </a:rPr>
              <a:t>items[-1]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says the same thing, shorter.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SLICING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Slicing takes a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Indexing &amp; slicing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584696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31037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nums = [0, 1, 2, 3, 4, 5, 6, 7, 8, 9]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nums[2:5]      # [2, 3, 4]      - stop is NOT included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nums[:3]       # [0, 1, 2]      - from the start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nums[7:]       # [7, 8, 9]      - to the 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nums[::2]      # [0, 2, 4, 6, 8] - every second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nums[::-1]     # [9, 8, ..., 0] - reversed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nums[8:20]     # [8, 9]         - no IndexError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04352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04352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495792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 slice always returns a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new list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Slicing past the end is fine — that is exactly what </a:t>
            </a:r>
            <a:r>
              <a:rPr sz="1500" b="0">
                <a:solidFill>
                  <a:srgbClr val="3776AB"/>
                </a:solidFill>
                <a:latin typeface="Consolas"/>
              </a:rPr>
              <a:t>get_page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Operations &amp; methods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Changing and asking a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`+`, `*`, `in`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Add and remove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Sorting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Method vs function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OPERATIONS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Operators work on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Operations &amp; methods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3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430"/>
                <a:gridCol w="2533034"/>
                <a:gridCol w="5066069"/>
              </a:tblGrid>
              <a:tr h="337021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Write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Result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Meaning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[1, 2] + [3]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[1, 2, 3]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concatenation — a new list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[0] * 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[0, 0, 0]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repetition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3 in [1, 2, 3]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membership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len([1, 2, 3])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number of items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702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sum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min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a number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work on any list of numbers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702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[1, 2] &lt; [1, 3]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compared item by item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METHODS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Methods change the list in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Operations &amp; methods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4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581"/>
                <a:gridCol w="5455767"/>
                <a:gridCol w="2338186"/>
              </a:tblGrid>
              <a:tr h="33604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What it does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rebuchet MS"/>
                        </a:rPr>
                        <a:t>Returns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append(x)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add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x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to the end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insert(i, x)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put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x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at index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i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extend(other)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add every item of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other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remove(x)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delete the first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x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(ValueError if absent)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pop()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 /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pop(i)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take out the last / the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i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-th item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that item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index(x)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count(x)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where is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x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, how many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x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a number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60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sort()</a:t>
                      </a:r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reverse()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A38"/>
                          </a:solidFill>
                          <a:latin typeface="Trebuchet MS"/>
                        </a:rPr>
                        <a:t>reorder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776AB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12064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12064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21208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append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adds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one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item: </a:t>
            </a:r>
            <a:r>
              <a:rPr sz="1500" b="0">
                <a:solidFill>
                  <a:srgbClr val="3776AB"/>
                </a:solidFill>
                <a:latin typeface="Consolas"/>
              </a:rPr>
              <a:t>a.append([4, 5])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puts a list inside a list. To add several, use </a:t>
            </a:r>
            <a:r>
              <a:rPr sz="1500" b="0">
                <a:solidFill>
                  <a:srgbClr val="3776AB"/>
                </a:solidFill>
                <a:latin typeface="Consolas"/>
              </a:rPr>
              <a:t>extend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THE CLASSIC TRAP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sort() or sorted()?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Operations &amp; 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120640" cy="150266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4754880" cy="12283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nums = [3, 1, 2]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result = nums.sort()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print(result)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print(nums)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120640" cy="1502660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83080"/>
            <a:ext cx="4754880" cy="12283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nums = [3, 1, 2]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result = sorted(nums)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print(result)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print(nums)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22316"/>
            <a:ext cx="5120640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468620"/>
            <a:ext cx="4754880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None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[1, 2, 3]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22316"/>
            <a:ext cx="5120640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3468620"/>
            <a:ext cx="4754880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[1, 2, 3]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[3, 1, 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49718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49718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741158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A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method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changes the list and returns </a:t>
            </a:r>
            <a:r>
              <a:rPr sz="1500" b="0">
                <a:solidFill>
                  <a:srgbClr val="3776AB"/>
                </a:solidFill>
                <a:latin typeface="Consolas"/>
              </a:rPr>
              <a:t>None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; a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function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like </a:t>
            </a:r>
            <a:r>
              <a:rPr sz="1500" b="0">
                <a:solidFill>
                  <a:srgbClr val="3776AB"/>
                </a:solidFill>
                <a:latin typeface="Consolas"/>
              </a:rPr>
              <a:t>sorted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leaves it alone and returns a new one. </a:t>
            </a:r>
            <a:r>
              <a:rPr sz="1500" b="0">
                <a:solidFill>
                  <a:srgbClr val="3776AB"/>
                </a:solidFill>
                <a:latin typeface="Consolas"/>
              </a:rPr>
              <a:t>reverse=True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works for both.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4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Iteration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Visiting every item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`for item in items`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`enumerate`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`zip`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Building a new 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FOR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Loop over items, not indexes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Iteration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3125714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85139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fruits = ["apple", "banana", "cherry"]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fruit in fruits:                  # the items themselves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print(fruit)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i, fruit in enumerate(fruits):    # index and item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print(i, fruit)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a, b in zip([1, 2, 3], [10, 20, 30]):   # two lists in step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print(a + 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94537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945370"/>
            <a:ext cx="64008" cy="713232"/>
          </a:xfrm>
          <a:prstGeom prst="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03681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76AB"/>
                </a:solidFill>
                <a:latin typeface="Trebuchet MS"/>
              </a:rPr>
              <a:t>TIP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for i in range(len(items))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works, but </a:t>
            </a:r>
            <a:r>
              <a:rPr sz="1500" b="0">
                <a:solidFill>
                  <a:srgbClr val="3776AB"/>
                </a:solidFill>
                <a:latin typeface="Consolas"/>
              </a:rPr>
              <a:t>enumerate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says what you mean. Reach for indexes only when you need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PATTERN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Accumulate into a new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Iteration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3125714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851394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evens(numbers: list[int]) -&gt; list[int]: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result = []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for n in numbers: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if n % 2 == 0: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        result.append(n)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result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EA6BD"/>
                </a:solidFill>
                <a:latin typeface="Consolas"/>
              </a:rPr>
              <a:t># the same as a list comprehension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evens(numbers: list[int]) -&gt; list[int]: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return [n for n in numbers if n % 2 == 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94537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945370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036810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Never </a:t>
            </a:r>
            <a:r>
              <a:rPr sz="1500" b="0">
                <a:solidFill>
                  <a:srgbClr val="3776AB"/>
                </a:solidFill>
                <a:latin typeface="Consolas"/>
              </a:rPr>
              <a:t>remove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from a list while you loop over it — items get skipped. Build a new list instead.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5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Strings ↔ lists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Reading a line, writing a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`split()`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`join()`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Converting the items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TEXT IN, TEXT 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split and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Strings ↔ lists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314187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039867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line = "3 14 15 92"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parts = line.split()                 # ['3', '14', '15', '92']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numbers = [int(p) for p in parts]    # [3, 14, 15, 92]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words = ["red", "green", "blue"]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", ".join(words)                     # 'red, green, blue'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" ".join(str(n) for n in numbers)    # '3 14 15 92'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843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133843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225283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join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is a method of the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separator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and needs strings: </a:t>
            </a:r>
            <a:r>
              <a:rPr sz="1500" b="0">
                <a:solidFill>
                  <a:srgbClr val="3776AB"/>
                </a:solidFill>
                <a:latin typeface="Consolas"/>
              </a:rPr>
              <a:t>", ".join([1, 2])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is a TypeError — convert with </a:t>
            </a:r>
            <a:r>
              <a:rPr sz="1500" b="0">
                <a:solidFill>
                  <a:srgbClr val="3776AB"/>
                </a:solidFill>
                <a:latin typeface="Consolas"/>
              </a:rPr>
              <a:t>str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6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Copies &amp; references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Two names, one list?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`b = a` is not a copy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Three ways to copy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Lists in functions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REFERENCES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b = a does not 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Copies &amp;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217920" cy="2584696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5852160" cy="231037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a = [1, 2, 3]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b = a            # second name, same list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b.append(4)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print(a)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c = a.copy()     # or a[:]  or list(a)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c.append(5)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print(a, 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00200"/>
            <a:ext cx="4023360" cy="1107946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8" y="1746504"/>
            <a:ext cx="3657600" cy="870202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[1, 2, 3, 4]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[1, 2, 3, 4] [1, 2, 3, 4, 5]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95792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495792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587232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a is b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asks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same object?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; </a:t>
            </a:r>
            <a:r>
              <a:rPr sz="1500" b="0">
                <a:solidFill>
                  <a:srgbClr val="3776AB"/>
                </a:solidFill>
                <a:latin typeface="Consolas"/>
              </a:rPr>
              <a:t>a == b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asks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same items?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</a:t>
            </a:r>
            <a:r>
              <a:rPr sz="1500" b="0">
                <a:solidFill>
                  <a:srgbClr val="3776AB"/>
                </a:solidFill>
                <a:latin typeface="Consolas"/>
              </a:rPr>
              <a:t>copy_list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checks both.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SIDE EFFECTS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A function can change your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Copies &amp;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043678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1769358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def add_zero(items: list[int]) -&gt; None: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items.append(0)          # changes the caller's list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nums = [1, 2]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add_zero(nums)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print(nums)                  # [1, 2, 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63334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863334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954774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When an exercise says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return a new list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do not touch the one you were given — copy it, or build a fresh 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68096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D43B"/>
                </a:solidFill>
                <a:latin typeface="Trebuchet MS"/>
              </a:rPr>
              <a:t>PART 7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Nested lists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9BDD1"/>
                </a:solidFill>
                <a:latin typeface="Trebuchet MS"/>
              </a:rPr>
              <a:t>Lists of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103120"/>
            <a:ext cx="3291840" cy="27432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FFD43B"/>
                </a:solidFill>
                <a:latin typeface="Trebuchet MS"/>
              </a:rPr>
              <a:t>IN THIS PART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Matrices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`m[row][col]`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6E2EC"/>
                </a:solidFill>
                <a:latin typeface="Trebuchet MS"/>
              </a:rPr>
              <a:t>•  The `* n` trap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2D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A matrix is a list of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Nested lists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6400800" cy="2855205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6035040" cy="2580885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matrix = [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[1, 2, 3],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[4, 5, 6],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[7, 8, 9],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matrix[1][2]          # 6  - row 1, column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for row in matrix: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   print(" ".join(str(x) for x in row))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00200"/>
            <a:ext cx="3840480" cy="1378455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1746504"/>
            <a:ext cx="3474720" cy="1140711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1 2 3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4 5 6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7 8 9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74861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674861"/>
            <a:ext cx="64008" cy="7132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766301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7D32"/>
                </a:solidFill>
                <a:latin typeface="Trebuchet MS"/>
              </a:rPr>
              <a:t>REMEMBER</a:t>
            </a:r>
          </a:p>
          <a:p>
            <a:r>
              <a:rPr sz="1500" b="0">
                <a:solidFill>
                  <a:srgbClr val="1E2A38"/>
                </a:solidFill>
                <a:latin typeface="Trebuchet MS"/>
              </a:rPr>
              <a:t>First index picks the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row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second the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column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</a:t>
            </a:r>
            <a:r>
              <a:rPr sz="1500" b="0">
                <a:solidFill>
                  <a:srgbClr val="3776AB"/>
                </a:solidFill>
                <a:latin typeface="Consolas"/>
              </a:rPr>
              <a:t>len(matrix)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is the number of rows; </a:t>
            </a:r>
            <a:r>
              <a:rPr sz="1500" b="0">
                <a:solidFill>
                  <a:srgbClr val="3776AB"/>
                </a:solidFill>
                <a:latin typeface="Consolas"/>
              </a:rPr>
              <a:t>len(matrix[0])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, of columns.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THE * N TRAP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Building one correctly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Nested lists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11535" cy="2314187"/>
          </a:xfrm>
          <a:prstGeom prst="roundRect">
            <a:avLst>
              <a:gd name="adj" fmla="val 45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545775" cy="2039867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wrong = [[0] * 3] * 3            # three names for ONE row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wrong[0][0] =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print(wrong)   # [[1, 0, 0], [1, 0, 0], [1, 0, 0]]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right = [[0] * 3 for _ in range(3)]   # three separate rows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right[0][0] =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EF4"/>
                </a:solidFill>
                <a:latin typeface="Consolas"/>
              </a:rPr>
              <a:t>print(right)   # [[1, 0, 0], [0, 0, 0], [0, 0, 0]]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843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133843"/>
            <a:ext cx="64008" cy="7132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225283"/>
            <a:ext cx="10454335" cy="530352"/>
          </a:xfrm>
          <a:prstGeom prst="rect">
            <a:avLst/>
          </a:prstGeom>
          <a:noFill/>
        </p:spPr>
        <p:txBody>
          <a:bodyPr wrap="square" anchor="ctr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2828"/>
                </a:solidFill>
                <a:latin typeface="Trebuchet MS"/>
              </a:rPr>
              <a:t>WATCH OUT</a:t>
            </a:r>
          </a:p>
          <a:p>
            <a:r>
              <a:rPr sz="1500" b="0">
                <a:solidFill>
                  <a:srgbClr val="3776AB"/>
                </a:solidFill>
                <a:latin typeface="Consolas"/>
              </a:rPr>
              <a:t>* n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on the </a:t>
            </a:r>
            <a:r>
              <a:rPr sz="1500" b="1">
                <a:solidFill>
                  <a:srgbClr val="1E2A38"/>
                </a:solidFill>
                <a:latin typeface="Trebuchet MS"/>
              </a:rPr>
              <a:t>outer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 list repeats a reference — the same trap as </a:t>
            </a:r>
            <a:r>
              <a:rPr sz="1500" b="0">
                <a:solidFill>
                  <a:srgbClr val="3776AB"/>
                </a:solidFill>
                <a:latin typeface="Consolas"/>
              </a:rPr>
              <a:t>b = a</a:t>
            </a:r>
            <a:r>
              <a:rPr sz="1500" b="0">
                <a:solidFill>
                  <a:srgbClr val="1E2A38"/>
                </a:solidFill>
                <a:latin typeface="Trebuchet MS"/>
              </a:rPr>
              <a:t>. Build each row in a loop or comprehension.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658368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57200"/>
            <a:ext cx="10673791" cy="91440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776AB"/>
                </a:solidFill>
                <a:latin typeface="Trebuchet MS"/>
              </a:rPr>
              <a:t>WORKFLOW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2A38"/>
                </a:solidFill>
                <a:latin typeface="Trebuchet MS"/>
              </a:rPr>
              <a:t>Where to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0911535" cy="27432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2"/>
                </a:solidFill>
                <a:latin typeface="Trebuchet MS"/>
              </a:rPr>
              <a:t>How the exercises work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11534" cy="202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186"/>
                <a:gridCol w="8573348"/>
              </a:tblGrid>
              <a:tr h="33832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Level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Trebuchet MS"/>
                        </a:rPr>
                        <a:t>Exercises</a:t>
                      </a:r>
                    </a:p>
                  </a:txBody>
                  <a:tcPr marL="91440" marR="91440" anchor="ctr">
                    <a:solidFill>
                      <a:srgbClr val="1E2A38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warm-up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list_items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get_page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str_to_ints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reverse_list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loops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list_total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average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remove_outliers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divisors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copies &amp; 2D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copy_list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to3x3matrix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to_matrix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algorithms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binary_search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merge_sort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,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sieve_of_eratosthenes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833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calculator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tokenize_expression</a:t>
                      </a:r>
                      <a:r>
                        <a:rPr sz="1600" b="0">
                          <a:solidFill>
                            <a:srgbClr val="1E2A38"/>
                          </a:solidFill>
                          <a:latin typeface="Trebuchet MS"/>
                        </a:rPr>
                        <a:t> → … → </a:t>
                      </a:r>
                      <a:r>
                        <a:rPr sz="1600" b="0">
                          <a:solidFill>
                            <a:srgbClr val="3776AB"/>
                          </a:solidFill>
                          <a:latin typeface="Consolas"/>
                        </a:rPr>
                        <a:t>evaluate_postfix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77639"/>
            <a:ext cx="10911535" cy="2240281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Same as functions: create </a:t>
            </a:r>
            <a:r>
              <a:rPr sz="1700" b="0">
                <a:solidFill>
                  <a:srgbClr val="3776AB"/>
                </a:solidFill>
                <a:latin typeface="Consolas"/>
              </a:rPr>
              <a:t>average.py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with the function from the statement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3776AB"/>
                </a:solidFill>
                <a:latin typeface="Consolas"/>
              </a:rPr>
              <a:t>list_total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forbids </a:t>
            </a:r>
            <a:r>
              <a:rPr sz="1700" b="0">
                <a:solidFill>
                  <a:srgbClr val="3776AB"/>
                </a:solidFill>
                <a:latin typeface="Consolas"/>
              </a:rPr>
              <a:t>sum()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— the test reads your source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700" b="1">
                <a:solidFill>
                  <a:srgbClr val="3776AB"/>
                </a:solidFill>
                <a:latin typeface="Trebuchet MS"/>
              </a:rPr>
              <a:t>▸  </a:t>
            </a:r>
            <a:r>
              <a:rPr sz="1700" b="0">
                <a:solidFill>
                  <a:srgbClr val="3776AB"/>
                </a:solidFill>
                <a:latin typeface="Consolas"/>
              </a:rPr>
              <a:t>infix_to_postfix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imports your </a:t>
            </a:r>
            <a:r>
              <a:rPr sz="1700" b="0">
                <a:solidFill>
                  <a:srgbClr val="3776AB"/>
                </a:solidFill>
                <a:latin typeface="Consolas"/>
              </a:rPr>
              <a:t>precedence</a:t>
            </a:r>
            <a:r>
              <a:rPr sz="1700" b="0">
                <a:solidFill>
                  <a:srgbClr val="1E2A38"/>
                </a:solidFill>
                <a:latin typeface="Trebuchet MS"/>
              </a:rPr>
              <a:t> — solve that one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40680"/>
            <a:ext cx="10911535" cy="837437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 w="1587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586984"/>
            <a:ext cx="10545775" cy="599693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5A6672"/>
                </a:solidFill>
                <a:latin typeface="Trebuchet MS"/>
              </a:rPr>
              <a:t>CHECK 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A38"/>
                </a:solidFill>
                <a:latin typeface="Consolas"/>
              </a:rPr>
              <a:t>uv run pytest lists/average/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784080" cy="329184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Your turn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2200" b="0" i="0">
                <a:solidFill>
                  <a:srgbClr val="C3D3E1"/>
                </a:solidFill>
                <a:latin typeface="Trebuchet MS"/>
              </a:rPr>
              <a:t>Start with list_items and get_page, then work down the table of contents.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8FB6D9"/>
                </a:solidFill>
                <a:latin typeface="Trebuchet MS"/>
              </a:rPr>
              <a:t>Before you write a loop, ask: do I change this list, or return a new 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029200"/>
            <a:ext cx="9784080" cy="1097280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FFD43B"/>
                </a:solidFill>
                <a:latin typeface="Trebuchet MS"/>
              </a:rPr>
              <a:t>uv run pytest lists/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D43B"/>
                </a:solidFill>
                <a:latin typeface="Trebuchet MS"/>
              </a:rPr>
              <a:t>Good luck  ·  see you soon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